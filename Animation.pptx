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EC50E-1B2E-FC65-156A-BFF77155F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C1A87-F6E2-4B9D-441D-7B83EE532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F15F3-379F-605E-D508-0BD9D68C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A9852-C31E-4926-91D1-AB56E3B8932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54DA1-ED06-41AB-D900-BFAF6FC93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2E6E1-C5E3-9737-110B-4D328009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B45F-F126-444D-88F2-DF5664ED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5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3AFAE-7736-C1B9-A223-4006C68A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85E83-5E5D-7D73-256C-59FF0E4C2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ACA1-BDAD-455F-F2DA-F971DB75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A9852-C31E-4926-91D1-AB56E3B8932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2B6B3-F756-4BDD-93B2-6FD7DE17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4055D-8753-04AC-9FBE-01C33539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B45F-F126-444D-88F2-DF5664ED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5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08A67-DB0B-6269-4ECA-719841A75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2B206-59A6-7B61-D736-468235674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2B59F-22F9-55A5-38EF-42B71FAF0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A9852-C31E-4926-91D1-AB56E3B8932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87807-11B6-CAE0-0955-270C26022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EED75-C023-A6A1-BC4F-7DDE71BD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B45F-F126-444D-88F2-DF5664ED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7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617B2-BA93-4883-05AC-2C08C8471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2E502-9846-28D7-5E01-8E95A751C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6F529-DE76-C2E1-5983-53B20669F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4AA92-9244-2BBF-17C3-3003C6AC3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A9852-C31E-4926-91D1-AB56E3B8932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E7FFF-4755-026C-930E-429B39C4F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81EE6-4472-1BDD-9615-2FCCD0E2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B45F-F126-444D-88F2-DF5664ED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0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6BE4D-73B4-21FB-C219-E2DAD92B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D9FCA-A977-D462-5D1D-76D7A0B04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636AB-1E26-AE9B-80BE-935AF4934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279AB-6466-1AEB-1D90-C41696A78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6C3327-246F-48E1-ACE2-9A553F900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00CF80-8895-E5D4-E0A1-2A54DE2C1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A9852-C31E-4926-91D1-AB56E3B8932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522391-250F-9B8E-6A9C-DEECEA6B5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8A677C-6313-741D-BC26-7730D9AF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B45F-F126-444D-88F2-DF5664ED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75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C8628-1B81-1514-A1A3-38F236BF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D82E5-9451-1772-55EB-2B990184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A9852-C31E-4926-91D1-AB56E3B8932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6378A-CC28-2436-58C7-F94AF4C81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CD74B-BC5E-0A63-A119-650233031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B45F-F126-444D-88F2-DF5664ED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60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3E1E3-7C77-63F0-3888-AAAF7D9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A9852-C31E-4926-91D1-AB56E3B8932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CE7515-A70C-ED57-0DC5-4E149C76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539E4-96F4-9DB7-60CC-1487BF3B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B45F-F126-444D-88F2-DF5664ED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1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417E-E0F7-C1DE-CB40-78EE629D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F891A-D88D-3A5A-973B-7D4DD88EE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3BF42-CCCB-0442-F117-F5DF8C61C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A0C3B-9F25-9110-74DA-147C3372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A9852-C31E-4926-91D1-AB56E3B8932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FAF2F-6106-C722-E235-C91C9CF75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727A4-3C56-DDFA-D0F4-588606B3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B45F-F126-444D-88F2-DF5664ED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00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FC895-ACE6-27CC-ACEA-674FE356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9A538-63DD-4299-C54C-CC5E4B4E0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812F5-C5EC-E7EA-B5A9-D72A0A739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5C313-A122-B343-884D-9157BE49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A9852-C31E-4926-91D1-AB56E3B8932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1BC05-AE66-1242-C3A5-86ACF1C8D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ED37C-F80E-FAEA-666E-A7D0C3E0E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B45F-F126-444D-88F2-DF5664ED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46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39AB3-8C68-8D4E-1A17-00362238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F57B7-1281-FC25-D398-02081D632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6797D-DFAE-B6B1-2E7D-42E4D37C2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A9852-C31E-4926-91D1-AB56E3B8932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A3C46-9C9A-8DA4-9409-531CF480B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A34A2-29F2-103F-50E2-2FD00F96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B45F-F126-444D-88F2-DF5664ED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57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9C7DD2-80DA-7CD8-B038-2C11F15BF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F7423-6B1F-91E0-F82C-AA9E6B7DD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9CCC3-3152-A264-DA4A-3E3C0ECE8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A9852-C31E-4926-91D1-AB56E3B8932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12DB0-58CD-C2B4-BFF2-17C6544F6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CE66C-A97F-1E1E-6791-37D00723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B45F-F126-444D-88F2-DF5664ED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4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7D7B2-6E89-451C-B5C9-011A58046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D9882-77AB-32C5-6F97-E273DA29B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B8F11-33A6-1B9F-4B9C-612E76E24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A9852-C31E-4926-91D1-AB56E3B8932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0F918-D60C-89D8-40A4-1B4A3BB70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D2B2E-7B10-67A3-C716-1C04FEA8C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2B45F-F126-444D-88F2-DF5664ED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0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AFE8-1997-1B1B-1FC1-2A0FBB5CE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49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/>
              <a:t>Animation</a:t>
            </a:r>
            <a:br>
              <a:rPr lang="en-IN" dirty="0"/>
            </a:br>
            <a:br>
              <a:rPr lang="en-IN" dirty="0"/>
            </a:br>
            <a:r>
              <a:rPr lang="en-IN" sz="4800" dirty="0"/>
              <a:t>WELCOME TO THE WORLD OF ANIMATION</a:t>
            </a:r>
            <a:br>
              <a:rPr lang="en-IN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0D094-9C91-4B78-8314-DCE6B078A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93064"/>
            <a:ext cx="9144000" cy="464736"/>
          </a:xfrm>
        </p:spPr>
        <p:txBody>
          <a:bodyPr/>
          <a:lstStyle/>
          <a:p>
            <a:r>
              <a:rPr lang="en-IN" dirty="0"/>
              <a:t>BY – HARDIK JOHRI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71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ABDB-F89F-DCEE-0F4D-1634C2FC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Definition of Animation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2F76-B6E7-19D3-9F2C-1C833DC93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Film-making technique where pictures are converted into frames that are used to create an image of video</a:t>
            </a:r>
          </a:p>
          <a:p>
            <a:r>
              <a:rPr lang="en-IN" dirty="0"/>
              <a:t>In layman’s terms, it is referred to as the cartoons</a:t>
            </a:r>
          </a:p>
          <a:p>
            <a:r>
              <a:rPr lang="en-IN" dirty="0"/>
              <a:t>In traditional animation, images are drawn on transparent celluloid sheets to be photographed and exhibit on film.</a:t>
            </a:r>
          </a:p>
          <a:p>
            <a:r>
              <a:rPr lang="en-IN" dirty="0"/>
              <a:t>Animation has been recognized as an artistic medium.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09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A3D16-DFA4-386B-F3DE-EDBD1670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Animation works?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29ACC-CB20-0FB8-3769-18B70CAB1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Eyes rely on a quirk of human perception called “persistence of vision”.</a:t>
            </a:r>
          </a:p>
          <a:p>
            <a:pPr lvl="1"/>
            <a:r>
              <a:rPr lang="en-IN"/>
              <a:t>An image is retained for a split second after we see it.</a:t>
            </a:r>
          </a:p>
          <a:p>
            <a:r>
              <a:rPr lang="en-IN"/>
              <a:t>By playing 12-24 individual frames per second, our brain actually thinks the group of images as videos as they are moving.</a:t>
            </a:r>
          </a:p>
          <a:p>
            <a:r>
              <a:rPr lang="en-IN"/>
              <a:t>Modern software streamlines this process by incorporating tools like :</a:t>
            </a:r>
          </a:p>
          <a:p>
            <a:pPr lvl="1"/>
            <a:r>
              <a:rPr lang="en-IN"/>
              <a:t>Onion Slicing – lets artists see ghosted outlines of previous frames to map out fluid, realistic movements.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8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9AA0-342A-CFF2-981C-43EF922A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Animation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9364A-DFA6-245E-305F-131171880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2D – Traditional Animation</a:t>
            </a:r>
          </a:p>
          <a:p>
            <a:r>
              <a:rPr lang="en-IN" dirty="0"/>
              <a:t>CGI – Computer Animation</a:t>
            </a:r>
          </a:p>
          <a:p>
            <a:r>
              <a:rPr lang="en-IN" dirty="0"/>
              <a:t>Stop-Motion – Puppet Animation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52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BA20-287D-662A-8208-25D9A1B0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Famous Forms of Animations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15D8D-636D-A212-5CE0-8F5BF2E2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Animation Studios</a:t>
            </a:r>
          </a:p>
          <a:p>
            <a:pPr lvl="1"/>
            <a:r>
              <a:rPr lang="en-IN" dirty="0"/>
              <a:t>Anime</a:t>
            </a:r>
          </a:p>
          <a:p>
            <a:pPr lvl="1"/>
            <a:r>
              <a:rPr lang="en-IN" dirty="0"/>
              <a:t>DC</a:t>
            </a:r>
          </a:p>
          <a:p>
            <a:pPr lvl="1"/>
            <a:r>
              <a:rPr lang="en-IN" dirty="0"/>
              <a:t>Marvel</a:t>
            </a:r>
          </a:p>
          <a:p>
            <a:pPr lvl="1"/>
            <a:r>
              <a:rPr lang="en-IN" dirty="0"/>
              <a:t>Paramount</a:t>
            </a:r>
          </a:p>
          <a:p>
            <a:pPr lvl="1"/>
            <a:r>
              <a:rPr lang="en-IN" dirty="0"/>
              <a:t>Disney</a:t>
            </a:r>
          </a:p>
          <a:p>
            <a:pPr lvl="1"/>
            <a:r>
              <a:rPr lang="en-IN" dirty="0"/>
              <a:t>Pixar</a:t>
            </a:r>
          </a:p>
          <a:p>
            <a:pPr lvl="1"/>
            <a:r>
              <a:rPr lang="en-IN" dirty="0"/>
              <a:t>DreamWorks, etc.</a:t>
            </a:r>
          </a:p>
          <a:p>
            <a:r>
              <a:rPr lang="en-IN" dirty="0"/>
              <a:t>Game</a:t>
            </a:r>
          </a:p>
          <a:p>
            <a:r>
              <a:rPr lang="en-IN" dirty="0"/>
              <a:t>VR</a:t>
            </a:r>
          </a:p>
          <a:p>
            <a:pPr lvl="1"/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95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80F4C-41BA-0709-442B-13102814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History of Animation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5434-1BC6-A90B-A0C3-2F7E1FD4F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For centuries, master artists and craftsmen have brought puppets, automatons, shadow puppets, and fantastical lanterns to life, inspiring the concept of animation.</a:t>
            </a:r>
          </a:p>
          <a:p>
            <a:r>
              <a:rPr lang="en-IN" dirty="0"/>
              <a:t>In 1832, the phenakistoscope, invented by Belgian Joseph Plateau, would introduce the principle of modern animation – the principle of persistence of vision.</a:t>
            </a:r>
          </a:p>
          <a:p>
            <a:pPr lvl="1"/>
            <a:r>
              <a:rPr lang="en-IN" dirty="0"/>
              <a:t>The principle would be later applied by William George Horner’s zoetrope (1876), the flip book (1868), the praxinoscope(1877), and film</a:t>
            </a:r>
          </a:p>
          <a:p>
            <a:r>
              <a:rPr lang="en-IN" dirty="0"/>
              <a:t>In 1876, animation would be adapted for the theatrical audience, as entrepreneurs such as Emile Reynaud began investing in the art form.</a:t>
            </a:r>
          </a:p>
          <a:p>
            <a:pPr lvl="1"/>
            <a:r>
              <a:rPr lang="en-IN" dirty="0"/>
              <a:t>It wasn’t until the invention of sprocket-drive film stock, would animation begin to gain traction in cinema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167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3671F-B4C1-D6F1-2952-53FCE4402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921FC-CEC2-6F5F-58AD-1D343D5B4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History of Animation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AAEC6-5113-0701-3849-3956909C7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When cinematography eventually broke through in the 1890s, the wonder of the realistic details in the new medium was seen as its biggest accomplishment.</a:t>
            </a:r>
          </a:p>
          <a:p>
            <a:pPr lvl="1"/>
            <a:r>
              <a:rPr lang="en-IN" dirty="0"/>
              <a:t>The Haunted Hotel (1907) by J. Stuart Blackton popularised stop motion</a:t>
            </a:r>
          </a:p>
          <a:p>
            <a:pPr lvl="1"/>
            <a:r>
              <a:rPr lang="en-IN" dirty="0"/>
              <a:t>Inspired from the previous one, Emile Cohl to create Fantasmagorie (1908) – regarded as the oldest known example of a complete traditional (hand-drawn) animation on standard cinematography film.</a:t>
            </a:r>
          </a:p>
          <a:p>
            <a:pPr lvl="1"/>
            <a:r>
              <a:rPr lang="en-IN" dirty="0"/>
              <a:t>Other great artistic and very influential short films were created by Ladislas Starevich with his puppet animations since 1910</a:t>
            </a:r>
          </a:p>
          <a:p>
            <a:pPr lvl="2"/>
            <a:r>
              <a:rPr lang="en-IN" dirty="0"/>
              <a:t>The Cameraman’s Revenge (1912)</a:t>
            </a:r>
          </a:p>
          <a:p>
            <a:pPr lvl="2"/>
            <a:r>
              <a:rPr lang="en-IN" dirty="0"/>
              <a:t>The Tale of the Fox (1930)</a:t>
            </a:r>
          </a:p>
          <a:p>
            <a:pPr lvl="1"/>
            <a:r>
              <a:rPr lang="en-IN" dirty="0"/>
              <a:t>Short films from Winsor McCay with detailed hand-drawn animation:</a:t>
            </a:r>
          </a:p>
          <a:p>
            <a:pPr lvl="2"/>
            <a:r>
              <a:rPr lang="en-IN" dirty="0"/>
              <a:t>Little Nemo (1911)</a:t>
            </a:r>
          </a:p>
          <a:p>
            <a:pPr lvl="2"/>
            <a:r>
              <a:rPr lang="en-IN" dirty="0"/>
              <a:t>Gertie the Dinosaur (1914)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916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B9A3B-5564-6946-9FF9-F7DEDE88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45BE7-4E0B-B3AF-7FBA-A9F806E69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History of Animation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6C1AD-4CE6-9FB3-3677-333766372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During the 1910s, the production of animated “cartoons” became an industry in US.</a:t>
            </a:r>
          </a:p>
          <a:p>
            <a:pPr lvl="1"/>
            <a:r>
              <a:rPr lang="en-IN" dirty="0"/>
              <a:t>Successful producer John Randolph Bray and animator Earl Hurd patented the cel animation process that dominated the animation industry for the rest of the century.</a:t>
            </a:r>
          </a:p>
          <a:p>
            <a:pPr lvl="1"/>
            <a:r>
              <a:rPr lang="en-IN" dirty="0"/>
              <a:t>Felix the Cat, who debuted in 1919, became the first fully realised anthropomorphic animal character in the history of American animation.</a:t>
            </a:r>
          </a:p>
          <a:p>
            <a:pPr lvl="1"/>
            <a:r>
              <a:rPr lang="en-IN" dirty="0"/>
              <a:t>In 1928, Steamboat Willie, featuring Mickey Mouse and Minnie Mouse, popularised film-with-synchronized-sound and put Walt Disney’s studio at the forefront of the animation industry.  </a:t>
            </a:r>
          </a:p>
          <a:p>
            <a:pPr lvl="2"/>
            <a:r>
              <a:rPr lang="en-IN" dirty="0"/>
              <a:t>The enormous success of Mickey Mouse is seen as the start </a:t>
            </a:r>
            <a:r>
              <a:rPr lang="en-IN" dirty="0" err="1"/>
              <a:t>fo</a:t>
            </a:r>
            <a:r>
              <a:rPr lang="en-IN" dirty="0"/>
              <a:t> the golden age of American Animation that would last until 1960s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922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70A5F-1D0D-3B3D-89F6-0A454F229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2636D-BBD4-4522-1C88-B2BF56AFC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History of Animation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D69FC-2E53-12ED-566A-AF0D41081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start of Animation in Europe is also simultaneous to that of the entry of America in the industry:</a:t>
            </a:r>
          </a:p>
          <a:p>
            <a:pPr lvl="1"/>
            <a:r>
              <a:rPr lang="en-IN" dirty="0"/>
              <a:t>Polish art student Ladislas Starevich’s creation started the stop-motion animation era in Europe</a:t>
            </a:r>
          </a:p>
          <a:p>
            <a:pPr lvl="1"/>
            <a:r>
              <a:rPr lang="en-IN" dirty="0"/>
              <a:t>Pinscreen Animation would be developed by Alexandre Alexeieff in France being used to create films such as A Night on Bald Mountain (1933)</a:t>
            </a:r>
          </a:p>
          <a:p>
            <a:pPr lvl="1"/>
            <a:r>
              <a:rPr lang="en-IN" dirty="0"/>
              <a:t>Lottie Reiniger released the German feature-length silhouette </a:t>
            </a:r>
            <a:r>
              <a:rPr lang="en-IN" dirty="0" err="1"/>
              <a:t>animatin</a:t>
            </a:r>
            <a:r>
              <a:rPr lang="en-IN" dirty="0"/>
              <a:t> Die </a:t>
            </a:r>
            <a:r>
              <a:rPr lang="en-IN" dirty="0" err="1"/>
              <a:t>Abenteuer</a:t>
            </a:r>
            <a:r>
              <a:rPr lang="en-IN" dirty="0"/>
              <a:t> des </a:t>
            </a:r>
            <a:r>
              <a:rPr lang="en-IN" dirty="0" err="1"/>
              <a:t>Prinzen</a:t>
            </a:r>
            <a:r>
              <a:rPr lang="en-IN" dirty="0"/>
              <a:t> Achmed in 1926 – the oldest extant animation feature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314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2A35-93E9-1528-3E87-F054CAE4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B76F1-AA96-0AB1-781D-BBFE1009C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History of Animation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41838-2AC5-E0C1-37FC-C1C024EC7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In 1941, Tieshan gonzhu (Princess Iron fan) would become the first animation feature film in Asia, given the title of “the Chinese version of Disney’s Snow White and the Seven Dwarfs”.\</a:t>
            </a:r>
          </a:p>
          <a:p>
            <a:r>
              <a:rPr lang="en-IN" dirty="0"/>
              <a:t>In 1944, the animated film Fengzheng (the Kite)would be published combining animation characteristics of Disney shorts of that era called “plasmaticness” and local </a:t>
            </a:r>
            <a:r>
              <a:rPr lang="en-IN"/>
              <a:t>Chinese folklore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708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55996D-9C7A-FE0C-012D-4D354CC10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2100"/>
            <a:ext cx="9144000" cy="1193800"/>
          </a:xfrm>
        </p:spPr>
        <p:txBody>
          <a:bodyPr/>
          <a:lstStyle/>
          <a:p>
            <a:r>
              <a:rPr lang="en-IN" dirty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713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726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Animation  WELCOME TO THE WORLD OF ANIMATION </vt:lpstr>
      <vt:lpstr>Basic Definition of Animation</vt:lpstr>
      <vt:lpstr>How Animation works?</vt:lpstr>
      <vt:lpstr>Types of Animation</vt:lpstr>
      <vt:lpstr>Famous Forms of Animations</vt:lpstr>
      <vt:lpstr>History of Animation</vt:lpstr>
      <vt:lpstr>History of Animation</vt:lpstr>
      <vt:lpstr>History of Animation</vt:lpstr>
      <vt:lpstr>History of Animation</vt:lpstr>
      <vt:lpstr>History of Animation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Steelras Gengacross</dc:creator>
  <cp:lastModifiedBy>Steelras Gengacross</cp:lastModifiedBy>
  <cp:revision>33</cp:revision>
  <dcterms:created xsi:type="dcterms:W3CDTF">2026-07-01T16:12:15Z</dcterms:created>
  <dcterms:modified xsi:type="dcterms:W3CDTF">2026-07-01T17:16:20Z</dcterms:modified>
</cp:coreProperties>
</file>